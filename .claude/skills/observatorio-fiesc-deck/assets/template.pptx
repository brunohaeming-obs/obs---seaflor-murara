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9"/>
  </p:notesMasterIdLst>
  <p:sldIdLst>
    <p:sldId id="354" r:id="rId2"/>
    <p:sldId id="355" r:id="rId3"/>
    <p:sldId id="374" r:id="rId4"/>
    <p:sldId id="369" r:id="rId17"/>
    <p:sldId id="370" r:id="rId18"/>
  </p:sldIdLst>
  <p:sldSz cx="9144000" cy="5143500" type="screen16x9"/>
  <p:notesSz cx="6858000" cy="9144000"/>
  <p:embeddedFontLst>
    <p:embeddedFont>
      <p:font typeface="Montserrat" pitchFamily="2" charset="0"/>
      <p:regular r:id="rId20"/>
      <p:bold r:id="rId21"/>
    </p:embeddedFont>
    <p:embeddedFont>
      <p:font typeface="Montserrat ExtraBold" pitchFamily="2" charset="0"/>
      <p:bold r:id="rId22"/>
    </p:embeddedFont>
    <p:embeddedFont>
      <p:font typeface="Montserrat Medium" pitchFamily="2" charset="0"/>
      <p:regular r:id="rId23"/>
    </p:embeddedFont>
    <p:embeddedFont>
      <p:font typeface="Montserrat SemiBold" pitchFamily="2" charset="0"/>
      <p:bold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>
        <p:scale>
          <a:sx n="150" d="100"/>
          <a:sy n="150" d="100"/>
        </p:scale>
        <p:origin x="-42" y="-276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  <a:latin typeface="Montserrat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Madeira</c:v>
                </c:pt>
                <c:pt idx="1">
                  <c:v>Móveis
</c:v>
                </c:pt>
                <c:pt idx="2">
                  <c:v>Papel e celulose
</c:v>
                </c:pt>
                <c:pt idx="3">
                  <c:v>Base florestal
</c:v>
                </c:pt>
              </c:strCache>
            </c:strRef>
          </c:cat>
          <c:val>
            <c:numRef>
              <c:f>Sheet1!$B$2:$B$5</c:f>
              <c:numCache>
                <c:formatCode>#,##0.00</c:formatCode>
                <c:ptCount val="4"/>
                <c:pt idx="0">
                  <c:v>963.64295700000002</c:v>
                </c:pt>
                <c:pt idx="1">
                  <c:v>185.99362300000001</c:v>
                </c:pt>
                <c:pt idx="2">
                  <c:v>238.69133199999999</c:v>
                </c:pt>
                <c:pt idx="3">
                  <c:v>37.729024000000003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D-4604-A65B-2147C08C9E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  <a:latin typeface="Montserrat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Madeira</c:v>
                </c:pt>
                <c:pt idx="1">
                  <c:v>Móveis
</c:v>
                </c:pt>
                <c:pt idx="2">
                  <c:v>Papel e celulose
</c:v>
                </c:pt>
                <c:pt idx="3">
                  <c:v>Base florestal
</c:v>
                </c:pt>
              </c:strCache>
            </c:strRef>
          </c:cat>
          <c:val>
            <c:numRef>
              <c:f>Sheet1!$C$2:$C$5</c:f>
              <c:numCache>
                <c:formatCode>#,##0.00</c:formatCode>
                <c:ptCount val="4"/>
                <c:pt idx="0">
                  <c:v>917.70269399999995</c:v>
                </c:pt>
                <c:pt idx="1">
                  <c:v>194.389094</c:v>
                </c:pt>
                <c:pt idx="2">
                  <c:v>277.88183099999998</c:v>
                </c:pt>
                <c:pt idx="3">
                  <c:v>36.699689999999997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5D-4604-A65B-2147C08C9E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  <a:latin typeface="Montserrat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Madeira</c:v>
                </c:pt>
                <c:pt idx="1">
                  <c:v>Móveis
</c:v>
                </c:pt>
                <c:pt idx="2">
                  <c:v>Papel e celulose
</c:v>
                </c:pt>
                <c:pt idx="3">
                  <c:v>Base florestal
</c:v>
                </c:pt>
              </c:strCache>
            </c:strRef>
          </c:cat>
          <c:val>
            <c:numRef>
              <c:f>Sheet1!$D$2:$D$5</c:f>
              <c:numCache>
                <c:formatCode>#,##0.00</c:formatCode>
                <c:ptCount val="4"/>
                <c:pt idx="0">
                  <c:v>852.25102300000003</c:v>
                </c:pt>
                <c:pt idx="1">
                  <c:v>142.37018900000001</c:v>
                </c:pt>
                <c:pt idx="2">
                  <c:v>275.569862</c:v>
                </c:pt>
                <c:pt idx="3">
                  <c:v>31.478819000000001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5D-4604-A65B-2147C08C9E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 b="0">
                <a:solidFill>
                  <a:srgbClr val="1E1E29"/>
                </a:solidFill>
                <a:latin typeface="Montserrat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 b="0">
              <a:solidFill>
                <a:srgbClr val="1E1E29"/>
              </a:solidFill>
              <a:latin typeface="Montserrat"/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800" b="0">
          <a:solidFill>
            <a:srgbClr val="1E1E29"/>
          </a:solidFill>
          <a:latin typeface="Montserrat"/>
        </a:defRPr>
      </a:pPr>
      <a:endParaRPr lang="pt-BR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Título do estudo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Subtítulo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Mês de AAAA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0312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Título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seção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4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800" i="0" u="none" strike="noStrike" cap="none" dirty="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292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1E1E29"/>
                </a:solidFill>
                <a:latin typeface="Montserrat Medium"/>
              </a:rPr>
              <a:t>Título afirmativo </a:t>
            </a:r>
            <a:r>
              <a:rPr lang="pt-BR" sz="2400" dirty="0">
                <a:solidFill>
                  <a:srgbClr val="0240CA"/>
                </a:solidFill>
                <a:latin typeface="Montserrat Medium"/>
              </a:rPr>
              <a:t>com a conclusão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Título do gráfico (período)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3071136" y="4705658"/>
            <a:ext cx="278892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SIGLA (AAAA) e Observatório FIESC (AAAA)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776332" y="1416827"/>
            <a:ext cx="2788014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Parágrafo curto com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destaque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Segundo parágrafo.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Unidade de medida</a:t>
            </a:r>
          </a:p>
        </p:txBody>
      </p:sp>
    </p:spTree>
    <p:extLst>
      <p:ext uri="{BB962C8B-B14F-4D97-AF65-F5344CB8AC3E}">
        <p14:creationId xmlns:p14="http://schemas.microsoft.com/office/powerpoint/2010/main" val="153929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1E1E29"/>
                </a:solidFill>
                <a:latin typeface="Montserrat Medium"/>
              </a:rPr>
              <a:t>Síntese </a:t>
            </a:r>
            <a:r>
              <a:rPr lang="pt-BR" sz="2400" dirty="0">
                <a:solidFill>
                  <a:srgbClr val="0240CA"/>
                </a:solidFill>
                <a:latin typeface="Montserrat Medium"/>
              </a:rPr>
              <a:t>e leitura do período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Tema.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Texto.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Tema.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Texto.</a:t>
            </a:r>
          </a:p>
        </p:txBody>
      </p:sp>
    </p:spTree>
    <p:extLst>
      <p:ext uri="{BB962C8B-B14F-4D97-AF65-F5344CB8AC3E}">
        <p14:creationId xmlns:p14="http://schemas.microsoft.com/office/powerpoint/2010/main" val="212731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176319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28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1761</Words>
  <Application>Microsoft Office PowerPoint</Application>
  <PresentationFormat>Apresentação na tela (16:9)</PresentationFormat>
  <Paragraphs>171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Open Sans</vt:lpstr>
      <vt:lpstr>Montserrat</vt:lpstr>
      <vt:lpstr>Montserrat Medium</vt:lpstr>
      <vt:lpstr>Montserrat ExtraBold</vt:lpstr>
      <vt:lpstr>Montserrat SemiBold</vt:lpstr>
      <vt:lpstr>Arial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52</cp:revision>
  <dcterms:modified xsi:type="dcterms:W3CDTF">2026-10-15T19:09:20Z</dcterms:modified>
</cp:coreProperties>
</file>